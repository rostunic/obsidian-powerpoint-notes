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7468C-75E9-4015-8B88-1DD3D72434EF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155B9-23F8-47C7-B435-FA915C65A9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6264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Test </a:t>
            </a:r>
            <a:r>
              <a:rPr lang="de-DE" dirty="0" err="1"/>
              <a:t>note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Test </a:t>
            </a:r>
            <a:r>
              <a:rPr lang="de-DE" dirty="0" err="1"/>
              <a:t>note</a:t>
            </a:r>
            <a:r>
              <a:rPr lang="de-DE"/>
              <a:t> 2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155B9-23F8-47C7-B435-FA915C65A956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082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Test </a:t>
            </a:r>
            <a:r>
              <a:rPr lang="de-DE" dirty="0" err="1"/>
              <a:t>note</a:t>
            </a:r>
            <a:r>
              <a:rPr lang="de-DE" dirty="0"/>
              <a:t> 2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155B9-23F8-47C7-B435-FA915C65A95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4399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 d (edited)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155B9-23F8-47C7-B435-FA915C65A956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082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7F7600-4ADE-A627-29AB-5043F6ADD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2C209DF-AC1E-BF5D-46F1-6D06ABE39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F90EF2-022F-9E67-C493-B08C02312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D3E43E-6AB8-AFB0-7E70-B7BD37CF0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982A52-077E-C753-458C-8C7C00C8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3020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D70509-05D5-AF70-3BEC-B0D6174F8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67C924-34DA-33A1-28D1-C745F8B88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CC276F-4E10-4E11-7DD7-E2237DD51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F0BA9A-F298-EEC9-BC18-1EC70877B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E41A90-E0F3-2054-4437-746524F8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657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BD105D-B6CA-D44C-4061-41C380B01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D4DF25-4BD5-3D4C-8347-666A61E29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36B579-A0CA-30C2-DABD-E121BBCCF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34D6BB-9DC7-D490-432E-E07F40329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512D69-65CD-5C4A-B5E1-471BD143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980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8E5CA2-CB42-9BCE-A173-B642AFF28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6018D2-36AA-CD4C-5358-D0F225B1A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00C2A07-98FE-CF57-485F-DB1BE8C94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4C0C43-C723-6C2D-CACC-019BA5D9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A00E20-6BF4-0372-6105-3D08C2B85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87B828-838D-DF1D-00FA-6DE000B6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8206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FD59A5-D3A5-1783-7857-B27B16D1B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A10384-3944-AAA5-F36B-21152E903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1CEB41-89E7-B0D6-3800-04194E4D6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8B165A2-F0FD-A056-659D-748E2A3710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91029B0-4022-9A40-A6A1-D159C680A0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344200B-50D0-65B1-4663-E8F7DD8FD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E39D859-32D3-629D-E41C-43B6E3D02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FAA6682-C4E1-2650-C3E6-F6884C6BA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461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17EEDB-A360-5FD3-F764-A6FC980A7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44AB7FF-168C-B6FF-AD8F-F8EAB88B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1C92FC-B6E1-A118-68D6-7FE78A41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672361-E196-6E0C-4A3C-8C1A11DC5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8783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B2EE166-ED52-2BCE-4673-E4B8044D4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F66C4B1-B630-A633-AC50-B30D82627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F73932-1560-ED78-888F-ECABEC1C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913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414CAC-21DA-C20A-443C-499638432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966B45-40B2-8F99-12B9-1B334A4C9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07FFB28-37F3-781D-65D7-EAEE31A01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8FE52E-EFC2-B0C7-D519-EA3AF032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C54F7F3-8334-F70E-86A1-FAE641A35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AC7B34-DD78-F6F1-8C6B-29D323C1B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032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9D8BE2-020F-7A56-F67F-EC0C0FBF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2CDC0DA-6914-DB94-5AEA-E6FD4EEAB3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2140079-FA1B-8F5B-61CD-0CFE23310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A40302-4DC0-16CE-2BB3-41AE431BF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10EE4BC-03C0-CC45-F287-42EB71BCB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682E62B-B89D-63DE-5F5E-CB727DB9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897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51B55A-569E-3379-9C8F-E437869CB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E9E074-9FE5-73F6-C3D2-430AC6685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8778E3-839F-8DD0-F561-800BF4DC0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534B84-903E-5D63-8F90-04F4FDBB8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8BF9B0-AEEF-ED96-D623-11651CD6D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631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A2DEDB3-A6A6-9124-D544-2E0EE5B211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0185E04-1D07-5F51-0E37-CBE6B10AE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FE4A69-F18F-87E1-1679-4E5DAEF92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F8A9FD-768F-7E88-C99A-00A2702BC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F78AE0-1AE8-F235-1519-274B3E06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560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619DD79-437E-061D-8DAE-BF5F5DABC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724FE1-7CD6-EEC3-1C1D-BF7FF94C1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413DDC-B541-D130-F5C7-07BACDEE0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51BE0-6A08-4E0C-B30E-0F44263603D4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437E00-003A-001E-E159-86B806D1B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39C688-2D50-100C-1669-A54CB2938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76472-6BC7-4180-A0D5-19A05AA357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3414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2CF0CE-567F-6475-383A-68325C2FF8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Test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12B70A-4B1D-FECB-9E59-2C2F06109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561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67545D-36A3-8616-6673-CFDE930C3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Slide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E04CE4-A3AD-395B-D87F-8AEA76875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2084815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58D4DB-A4BB-79FF-6CE7-D66A7C72C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Empty,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nodes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332BDA-274E-6706-668C-F1959CBBC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8246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Breitbild</PresentationFormat>
  <Paragraphs>11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Office</vt:lpstr>
      <vt:lpstr>Test</vt:lpstr>
      <vt:lpstr>Slide 2</vt:lpstr>
      <vt:lpstr>Empty, no nodes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Stunic</dc:creator>
  <cp:lastModifiedBy>Robin Stunic</cp:lastModifiedBy>
  <cp:revision>6</cp:revision>
  <dcterms:created xsi:type="dcterms:W3CDTF">2025-08-28T17:41:11Z</dcterms:created>
  <dcterms:modified xsi:type="dcterms:W3CDTF">2025-08-28T19:03:47Z</dcterms:modified>
</cp:coreProperties>
</file>